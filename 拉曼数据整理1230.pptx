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57" r:id="rId6"/>
    <p:sldId id="262" r:id="rId7"/>
    <p:sldId id="260" r:id="rId8"/>
    <p:sldId id="261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35" y="492760"/>
            <a:ext cx="4724400" cy="60045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466205" y="1917065"/>
            <a:ext cx="4751070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、使用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PC-LDA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重新做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F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G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图（我用的是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simca-P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软件做的，希望方法保持一致）。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6870" y="188595"/>
            <a:ext cx="77597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 b="1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</a:rPr>
              <a:t>Fig1</a:t>
            </a:r>
            <a:endParaRPr lang="en-US" sz="1800" b="1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406765" y="1812925"/>
            <a:ext cx="320611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拉曼光谱的处理流程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6870" y="188595"/>
            <a:ext cx="169926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 b="1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</a:rPr>
              <a:t>Fig S1</a:t>
            </a:r>
            <a:endParaRPr lang="en-US" sz="1800" b="1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870" y="966470"/>
            <a:ext cx="7581900" cy="47929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66205" y="1917065"/>
            <a:ext cx="4751070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、大部分文章中主要的呈现方式，没有验证。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希望帮我画出来。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775" y="418465"/>
            <a:ext cx="2676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b="1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Fig S2</a:t>
            </a:r>
            <a:endParaRPr lang="en-US" altLang="en-US" b="1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070" y="1544320"/>
            <a:ext cx="4997450" cy="45872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66205" y="1917065"/>
            <a:ext cx="4751070" cy="1476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zh-CN" sz="1800">
                <a:latin typeface="Arial" panose="020B0604020202020204" pitchFamily="34" charset="0"/>
                <a:ea typeface="微软雅黑" panose="020B0503020204020204" charset="-122"/>
              </a:rPr>
              <a:t>帮我画个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600-1800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的热图，从左到右波数逐渐增加，参考右侧的图。（然后我挑一遍，删除一些，你再帮我画个终版）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用来比较四种细胞差异主要是哪些波数引起的。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775" y="418465"/>
            <a:ext cx="2676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b="1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Fig 2</a:t>
            </a:r>
            <a:endParaRPr lang="en-US" altLang="en-US" b="1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65" y="786765"/>
            <a:ext cx="4953000" cy="5715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67170" y="2250440"/>
            <a:ext cx="475107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、补充信息，差异主要集中在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1400-1700cm</a:t>
            </a:r>
            <a:r>
              <a:rPr lang="en-US" altLang="zh-CN" sz="1800" baseline="30000">
                <a:latin typeface="Arial" panose="020B0604020202020204" pitchFamily="34" charset="0"/>
                <a:ea typeface="微软雅黑" panose="020B0503020204020204" charset="-122"/>
              </a:rPr>
              <a:t>-</a:t>
            </a:r>
            <a:endParaRPr lang="en-US" altLang="zh-CN" sz="1800" baseline="30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775" y="418465"/>
            <a:ext cx="2676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b="1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Fig S3</a:t>
            </a:r>
            <a:endParaRPr lang="en-US" altLang="en-US" b="1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60213" r="-3429"/>
          <a:stretch>
            <a:fillRect/>
          </a:stretch>
        </p:blipFill>
        <p:spPr>
          <a:xfrm>
            <a:off x="547370" y="1633220"/>
            <a:ext cx="5918835" cy="19494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844540" y="1125220"/>
            <a:ext cx="5331460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zh-CN" sz="1800">
                <a:latin typeface="Arial" panose="020B0604020202020204" pitchFamily="34" charset="0"/>
                <a:ea typeface="微软雅黑" panose="020B0503020204020204" charset="-122"/>
              </a:rPr>
              <a:t>纯单细胞转录组数据，应该分析些代谢相关的特征。看最后结果再重新分析些相关通路，基因等。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775" y="418465"/>
            <a:ext cx="2676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b="1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Fig 3</a:t>
            </a:r>
            <a:endParaRPr lang="en-US" altLang="en-US" b="1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495" y="786765"/>
            <a:ext cx="3839845" cy="55841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844540" y="1125220"/>
            <a:ext cx="5331460" cy="1476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8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</a:rPr>
              <a:t>最重要的一张图，</a:t>
            </a:r>
            <a:r>
              <a:rPr lang="zh-CN" sz="1800">
                <a:latin typeface="Arial" panose="020B0604020202020204" pitchFamily="34" charset="0"/>
                <a:ea typeface="微软雅黑" panose="020B0503020204020204" charset="-122"/>
              </a:rPr>
              <a:t>利用数学工具建立拉曼光谱和基因转录的映射关联，实现通过拉曼光谱推断基因的转录水平。</a:t>
            </a:r>
            <a:endParaRPr 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五六个图，显得特别厉害的样子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775" y="418465"/>
            <a:ext cx="2676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b="1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Fig 4</a:t>
            </a:r>
            <a:endParaRPr lang="en-US" altLang="en-US" b="1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80" y="847090"/>
            <a:ext cx="5097780" cy="5562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5775" y="418465"/>
            <a:ext cx="2676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b="1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Fig 5</a:t>
            </a:r>
            <a:endParaRPr lang="en-US" altLang="en-US" b="1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270" y="1125220"/>
            <a:ext cx="5289550" cy="53517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66205" y="1917065"/>
            <a:ext cx="4751070" cy="11988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、使用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PC-LDA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重新做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C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D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E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图（我用的是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simca-P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软件做的，希望方法保持一致）。可以加上下面这样的图，还有就是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B-ALL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和两个正常细胞差距大于两种正常细胞间差距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075" y="3860800"/>
            <a:ext cx="2442210" cy="22421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275" y="4291965"/>
            <a:ext cx="2658110" cy="10902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5775" y="418465"/>
            <a:ext cx="2676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b="1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Fig 6</a:t>
            </a:r>
            <a:endParaRPr lang="en-US" altLang="en-US" b="1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85" y="1073785"/>
            <a:ext cx="4686300" cy="40081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466205" y="1917065"/>
            <a:ext cx="4751070" cy="1476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、同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fig2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sz="1800">
                <a:latin typeface="Arial" panose="020B0604020202020204" pitchFamily="34" charset="0"/>
                <a:ea typeface="微软雅黑" panose="020B0503020204020204" charset="-122"/>
              </a:rPr>
              <a:t>帮我画个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600-1800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的热图，从左到右波数逐渐增加，参考右侧的图。（然后我挑一遍，删除一些，你再帮我画个终版）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用来比较四种细胞差异主要是哪些波数引起的。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5775" y="418465"/>
            <a:ext cx="2676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b="1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Fig 7</a:t>
            </a:r>
            <a:endParaRPr lang="en-US" altLang="en-US" b="1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1245" y="1556385"/>
            <a:ext cx="690626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800">
                <a:latin typeface="Arial" panose="020B0604020202020204" pitchFamily="34" charset="0"/>
                <a:ea typeface="微软雅黑" panose="020B0503020204020204" charset="-122"/>
              </a:rPr>
              <a:t>是否可以通过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Fig4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建立的模型，预测些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B-ALL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转录组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信息？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</Words>
  <Application>WPS 演示</Application>
  <PresentationFormat>宽屏</PresentationFormat>
  <Paragraphs>45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chengxuelian</cp:lastModifiedBy>
  <cp:revision>163</cp:revision>
  <dcterms:created xsi:type="dcterms:W3CDTF">2019-06-19T02:08:00Z</dcterms:created>
  <dcterms:modified xsi:type="dcterms:W3CDTF">2025-12-31T05:43:02Z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5420F8D9813A42FFBF13BC31B098B90D_13</vt:lpwstr>
  </property>
</Properties>
</file>